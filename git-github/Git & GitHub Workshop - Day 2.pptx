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43"/>
  </p:normalViewPr>
  <p:slideViewPr>
    <p:cSldViewPr snapToGrid="0" snapToObjects="1">
      <p:cViewPr varScale="1">
        <p:scale>
          <a:sx n="120" d="100"/>
          <a:sy n="120" d="100"/>
        </p:scale>
        <p:origin x="4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914" y="2129879"/>
            <a:ext cx="2988022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95387" y="2701379"/>
            <a:ext cx="9801225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F8FAFC"/>
                </a:solidFill>
                <a:latin typeface="Plus Jakarta Sans"/>
              </a:rPr>
              <a:t>GitHub Collaboration, Remotes &amp; Profile Markdown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0750" y="4118520"/>
            <a:ext cx="78105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An in-depth guide for beginners: Master remote repositories, cloning, forking, branching, pull requests, and building an impressive GitHub developer profile README.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939" y="2244179"/>
            <a:ext cx="178147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776" y="2466975"/>
            <a:ext cx="1378297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320" y="3038475"/>
            <a:ext cx="893721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Remote Repositories &amp;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819525"/>
            <a:ext cx="6667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Connecting your local Git environment to the cloud and collaborating safely with teams.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801" y="2581275"/>
            <a:ext cx="159097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95562"/>
            <a:ext cx="5372100" cy="2343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595562"/>
            <a:ext cx="5372100" cy="2343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Forking vs. Cloning Explained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7250" y="2871787"/>
            <a:ext cx="5060632" cy="266700"/>
          </a:xfrm>
          <a:prstGeom prst="rect">
            <a:avLst/>
          </a:prstGeom>
          <a:noFill/>
        </p:spPr>
        <p:txBody>
          <a:bodyPr wrap="square" lIns="176807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Forking (Server-Side)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252787"/>
            <a:ext cx="4819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Creates a personal copy of someone else's GitHub repository under your own GitHub account.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2871787"/>
            <a:ext cx="5060632" cy="266700"/>
          </a:xfrm>
          <a:prstGeom prst="rect">
            <a:avLst/>
          </a:prstGeom>
          <a:noFill/>
        </p:spPr>
        <p:txBody>
          <a:bodyPr wrap="square" lIns="205382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818CF8"/>
                </a:solidFill>
                <a:latin typeface="Plus Jakarta Sans SemiBold"/>
              </a:rPr>
              <a:t>Cloning (Server to Local)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252787"/>
            <a:ext cx="48196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Downloads a copy of a remote GitHub repository to your local computer using the terminal.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909887"/>
            <a:ext cx="176807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7250" y="3824287"/>
            <a:ext cx="4819650" cy="228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Happens entirely on GitHub.com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4129087"/>
            <a:ext cx="4819650" cy="228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Gives you full write access to your copy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4433887"/>
            <a:ext cx="4819650" cy="228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Used for open-source contributions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2909887"/>
            <a:ext cx="205382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515100" y="3824287"/>
            <a:ext cx="4819650" cy="228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Command: git clone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5100" y="4129087"/>
            <a:ext cx="4819650" cy="228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Configures origin remote automatically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4433887"/>
            <a:ext cx="4819650" cy="22860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Allows offline work on your machine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3862387"/>
            <a:ext cx="95250" cy="1524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167187"/>
            <a:ext cx="95250" cy="1524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4471987"/>
            <a:ext cx="952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3862387"/>
            <a:ext cx="95250" cy="1524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4167187"/>
            <a:ext cx="95250" cy="1524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4471987"/>
            <a:ext cx="952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100262"/>
            <a:ext cx="5372100" cy="3333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The Complete GitHub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109787"/>
            <a:ext cx="5353050" cy="3314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2025" y="210026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Fork &amp; Clone: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Fork the target repository and clone it to your local machine.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77653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Branch Out: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Create a feature branch with git checkout -b feature-name.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452812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Commit &amp; Push: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Stage edits, commit locally, and run git push origin feature-name.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129087"/>
            <a:ext cx="4991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Open Pull Request: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Submit a PR on GitHub for code review and approval.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124075"/>
            <a:ext cx="9525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2800350"/>
            <a:ext cx="12382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476625"/>
            <a:ext cx="123825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4152900"/>
            <a:ext cx="14287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2014" y="2466975"/>
            <a:ext cx="1387822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45991" y="3038475"/>
            <a:ext cx="7699868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Synchronizing Remote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819525"/>
            <a:ext cx="6667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Understanding how code moves between your local workstation and the cloud repository.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2039" y="2581275"/>
            <a:ext cx="140047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05075"/>
            <a:ext cx="3524250" cy="25241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505075"/>
            <a:ext cx="3524250" cy="25241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6725" y="2505075"/>
            <a:ext cx="3524250" cy="2524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Push, Fetch, and Pull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2762250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8200" y="3390900"/>
            <a:ext cx="100184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1. git push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771900"/>
            <a:ext cx="30099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Uploads local commits to the remote repository on GitHub.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050" y="2762250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91050" y="3390900"/>
            <a:ext cx="1087479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2. git 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1050" y="3771900"/>
            <a:ext cx="30099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Downloads remote updates to local metadata without altering your working files.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3900" y="2762250"/>
            <a:ext cx="476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43900" y="3390900"/>
            <a:ext cx="901831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3. git pull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3771900"/>
            <a:ext cx="30099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Fetches remote changes and immediately merges them into your active branch.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975" y="2895600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5825" y="2895600"/>
            <a:ext cx="266700" cy="2095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7250" y="2895600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88368"/>
            <a:ext cx="11029950" cy="31575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Remote Commands Reference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0550" y="2197893"/>
            <a:ext cx="11010900" cy="3138487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0550" y="2197893"/>
          <a:ext cx="11010899" cy="3138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7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5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57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3081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Command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Action / 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Beginner Tip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081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git clone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Copies a remote repository to local folder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Only run this once per project!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081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94A3B8"/>
                          </a:solidFill>
                          <a:latin typeface="Plus Jakarta Sans"/>
                        </a:rPr>
                        <a:t>git remote -v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Lists configured remote server URLs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Check where your code is pushing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081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git checkout -b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Creates and switches to a new branch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Always branch for new features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081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git push -u origin 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Uploads branch &amp; sets tracking upstream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Sets default target for future pushes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082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git pull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94A3B8"/>
                          </a:solidFill>
                          <a:latin typeface="Plus Jakarta Sans"/>
                        </a:rPr>
                        <a:t>Fetches latest changes and merges them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94A3B8"/>
                          </a:solidFill>
                          <a:latin typeface="Plus Jakarta Sans"/>
                        </a:rPr>
                        <a:t>Run before starting new 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90550" y="2712243"/>
            <a:ext cx="2537073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127623" y="2712243"/>
            <a:ext cx="451589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643514" y="2712243"/>
            <a:ext cx="395793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0550" y="3236118"/>
            <a:ext cx="253707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127623" y="3236118"/>
            <a:ext cx="451589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643514" y="3236118"/>
            <a:ext cx="39579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0550" y="3759993"/>
            <a:ext cx="253707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127623" y="3759993"/>
            <a:ext cx="451589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43514" y="3759993"/>
            <a:ext cx="39579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90550" y="4283868"/>
            <a:ext cx="253707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27623" y="4283868"/>
            <a:ext cx="451589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43514" y="4283868"/>
            <a:ext cx="39579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0550" y="4807743"/>
            <a:ext cx="2537073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127623" y="4807743"/>
            <a:ext cx="4515891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643514" y="4807743"/>
            <a:ext cx="3957935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3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201" y="2466975"/>
            <a:ext cx="1435447" cy="3429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635883" y="3038475"/>
            <a:ext cx="6920083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Markdown &amp; Profile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3819525"/>
            <a:ext cx="6667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Crafting readable documentation and crafting an impressive GitHub Developer Profile README.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8226" y="2581275"/>
            <a:ext cx="178147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34815"/>
            <a:ext cx="5372100" cy="286449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334815"/>
            <a:ext cx="5372100" cy="286449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106340"/>
            <a:ext cx="4819650" cy="181674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2992040"/>
            <a:ext cx="4819650" cy="1885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Markdown Cheat Sheet for Beginners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7250" y="2611040"/>
            <a:ext cx="5060632" cy="266700"/>
          </a:xfrm>
          <a:prstGeom prst="rect">
            <a:avLst/>
          </a:prstGeom>
          <a:noFill/>
        </p:spPr>
        <p:txBody>
          <a:bodyPr wrap="square" lIns="205382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Markdown 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2611040"/>
            <a:ext cx="5060632" cy="266700"/>
          </a:xfrm>
          <a:prstGeom prst="rect">
            <a:avLst/>
          </a:prstGeom>
          <a:noFill/>
        </p:spPr>
        <p:txBody>
          <a:bodyPr wrap="square" lIns="233957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8BDF8"/>
                </a:solidFill>
                <a:latin typeface="Plus Jakarta Sans SemiBold"/>
              </a:rPr>
              <a:t>Rendered Preview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649140"/>
            <a:ext cx="205382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19175" y="3277790"/>
            <a:ext cx="838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F472B6"/>
                </a:solidFill>
                <a:latin typeface="Fira Code"/>
              </a:rPr>
              <a:t># Heading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175" y="3491061"/>
            <a:ext cx="9144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1" i="0" u="none">
                <a:solidFill>
                  <a:srgbClr val="F472B6"/>
                </a:solidFill>
                <a:latin typeface="Fira Code"/>
              </a:rPr>
              <a:t>## Heading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3917602"/>
            <a:ext cx="1219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BBF24"/>
                </a:solidFill>
                <a:latin typeface="Fira Code"/>
              </a:rPr>
              <a:t>- Bullet point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175" y="4130873"/>
            <a:ext cx="12192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FBBF24"/>
                </a:solidFill>
                <a:latin typeface="Fira Code"/>
              </a:rPr>
              <a:t>- Bullet point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9175" y="4344144"/>
            <a:ext cx="22860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60A5FA"/>
                </a:solidFill>
                <a:latin typeface="Fira Code"/>
              </a:rPr>
              <a:t>[Portfolio](https://myurl.com)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175" y="4557414"/>
            <a:ext cx="9906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34D399"/>
                </a:solidFill>
                <a:latin typeface="Fira Code"/>
              </a:rPr>
              <a:t>`inline code`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5100" y="2649140"/>
            <a:ext cx="233957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77025" y="3153965"/>
            <a:ext cx="472059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FAFC"/>
                </a:solidFill>
                <a:latin typeface="Plus Jakarta Sans SemiBold"/>
              </a:rPr>
              <a:t>Heading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7025" y="3430190"/>
            <a:ext cx="472059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CBD5E1"/>
                </a:solidFill>
                <a:latin typeface="Plus Jakarta Sans"/>
              </a:rPr>
              <a:t>Heading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7025" y="3706415"/>
            <a:ext cx="4495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94A3B8"/>
                </a:solidFill>
                <a:latin typeface="Plus Jakarta Sans"/>
              </a:rPr>
              <a:t>Bold Text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&amp; </a:t>
            </a:r>
            <a:r>
              <a:rPr sz="1050" b="0" i="1" u="none">
                <a:solidFill>
                  <a:srgbClr val="94A3B8"/>
                </a:solidFill>
                <a:latin typeface="Plus Jakarta Sans"/>
              </a:rPr>
              <a:t>Italic 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7025" y="4516040"/>
            <a:ext cx="44958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Plus Jakarta Sans"/>
              </a:rPr>
              <a:t>Portfolio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2750" y="398264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48475" y="3982640"/>
            <a:ext cx="4324350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Bullet point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2750" y="4211240"/>
            <a:ext cx="857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48475" y="4211240"/>
            <a:ext cx="4324350" cy="228600"/>
          </a:xfrm>
          <a:prstGeom prst="rect">
            <a:avLst/>
          </a:prstGeom>
          <a:noFill/>
        </p:spPr>
        <p:txBody>
          <a:bodyPr wrap="square" lIns="85725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Bullet point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5190648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Your GitHub Profile README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525"/>
            <a:ext cx="6086475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81025" y="1162050"/>
            <a:ext cx="49434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GitHub allows you to create a special repository named after your username (e.g., username/username).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1800225"/>
            <a:ext cx="4943475" cy="433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The README.md in this repository is automatically pinned to your public GitHub profile page, acting as your developer portfolio card!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2366962"/>
            <a:ext cx="45624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Highlight active projects &amp;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2800350"/>
            <a:ext cx="45624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Add dynamic GitHub stats &amp; streak badges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233737"/>
            <a:ext cx="45624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Link your Twitter, LinkedIn, and blog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390775"/>
            <a:ext cx="219075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824162"/>
            <a:ext cx="17145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257550"/>
            <a:ext cx="238125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1025" y="89535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81025" y="3000375"/>
            <a:ext cx="1102995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81025" y="37623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1025" y="3762375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143250"/>
            <a:ext cx="857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76400" y="3150393"/>
            <a:ext cx="9934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https://miro.medium.com/1*FlAX79JdB2sk56_LUfLXIg.png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6400" y="3383756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medium.com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3914775"/>
            <a:ext cx="857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76400" y="3921918"/>
            <a:ext cx="9934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https://repository-images.githubusercontent.com/678715471/b80f7763-9f3e-4452-afb2-1457b31f77fc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76400" y="4155281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Plus Jakarta Sans"/>
              </a:rPr>
              <a:t>github.com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529</Words>
  <Application>Microsoft Macintosh PowerPoint</Application>
  <PresentationFormat>Widescreen</PresentationFormat>
  <Paragraphs>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Fira Code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Maureen Anyanwu</cp:lastModifiedBy>
  <cp:revision>4</cp:revision>
  <dcterms:created xsi:type="dcterms:W3CDTF">2013-01-27T09:14:16Z</dcterms:created>
  <dcterms:modified xsi:type="dcterms:W3CDTF">2026-09-06T20:25:04Z</dcterms:modified>
  <cp:category/>
</cp:coreProperties>
</file>