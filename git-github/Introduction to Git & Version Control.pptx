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21"/>
  </p:normalViewPr>
  <p:slideViewPr>
    <p:cSldViewPr snapToGrid="0" snapToObjects="1">
      <p:cViewPr varScale="1">
        <p:scale>
          <a:sx n="119" d="100"/>
          <a:sy n="119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613" y="2108001"/>
            <a:ext cx="3038623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679501"/>
            <a:ext cx="9501187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 dirty="0">
                <a:solidFill>
                  <a:srgbClr val="F8FAFC"/>
                </a:solidFill>
                <a:latin typeface="Plus Jakarta Sans"/>
              </a:rPr>
              <a:t>Introduction to Git &amp;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140398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Learn how software developers track changes, collaborate seamlessly, and save their code history with confidence.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431" y="2212776"/>
            <a:ext cx="12099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49" y="2447925"/>
            <a:ext cx="115550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65324" y="3019425"/>
            <a:ext cx="586120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What is Version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3800475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Understanding why every tech professional uses version control to manage files and collaborate.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38586"/>
            <a:ext cx="5372100" cy="20761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38586"/>
            <a:ext cx="5372100" cy="207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Why Do We Need Version Control?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6932" y="3033861"/>
            <a:ext cx="4704963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87171"/>
                </a:solidFill>
                <a:latin typeface="Plus Jakarta Sans SemiBold"/>
              </a:rPr>
              <a:t>The Old Way (Without Git)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14861"/>
            <a:ext cx="4781550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Creating messy duplicates like project_v1.zip, project_final.zip, and project_final_FINAL2.zip.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31902"/>
            <a:ext cx="47815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Hard to know who changed what, zero undo safety net, and high risk of overwriting team members' hard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4782" y="3033861"/>
            <a:ext cx="4704963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4ADE80"/>
                </a:solidFill>
                <a:latin typeface="Plus Jakarta Sans SemiBold"/>
              </a:rPr>
              <a:t>The Git Way (With Version Control)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14861"/>
            <a:ext cx="47815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One single project directory. Every change is tracked as a clean timeline entry called a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Commit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016722"/>
            <a:ext cx="47815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Easily travel back in time to any version, work on features safely in parallel, and merge team code without fear.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062436"/>
            <a:ext cx="205382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062436"/>
            <a:ext cx="205382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88953"/>
            <a:ext cx="1102995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816447"/>
            <a:ext cx="3524250" cy="23391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1816447"/>
            <a:ext cx="3524250" cy="23391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1816447"/>
            <a:ext cx="3524250" cy="23391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727078"/>
            <a:ext cx="2647950" cy="771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725" y="4727078"/>
            <a:ext cx="2647950" cy="771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4900" y="4727078"/>
            <a:ext cx="2647950" cy="771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Git Core Architecture: The 3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209267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" y="2759422"/>
            <a:ext cx="202228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1. Working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140422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Your actual local folder on your computer where you create, edit, and save files directly in your code editor.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2092672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0100" y="2759422"/>
            <a:ext cx="153425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2. Staging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3140422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The "waiting room" (Index). You choose specific changes to stage before officially snapshotting them.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950" y="2092672"/>
            <a:ext cx="495300" cy="49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2950" y="2759422"/>
            <a:ext cx="192664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3. Local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2950" y="3140422"/>
            <a:ext cx="2971800" cy="738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The permanent history stored inside the hidden .git folder after you commit your staged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977" y="4889003"/>
            <a:ext cx="23602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Working Dir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9500" y="5027116"/>
            <a:ext cx="17145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01552" y="4889003"/>
            <a:ext cx="23602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Staging Area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8075" y="5027116"/>
            <a:ext cx="1714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8727" y="4889003"/>
            <a:ext cx="236029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Local Repo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5837" y="2235547"/>
            <a:ext cx="238125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2975" y="2235547"/>
            <a:ext cx="209550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0112" y="2235547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19064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Distributed Version Control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7873" y="9525"/>
            <a:ext cx="6239623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181100"/>
            <a:ext cx="49434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Git is a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Distributed Version Control System (DVCS)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created by Linus Torvalds in 2005.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920180"/>
            <a:ext cx="49434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Unlike old centralized tools, every developer has a full copy of the entire project repository—including its complete history—on their local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803921"/>
            <a:ext cx="49434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This means you can work completely offline, commit changes locally, and sync with others when connected!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906166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158" y="2906166"/>
            <a:ext cx="400050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167" y="2906166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2175" y="2906166"/>
            <a:ext cx="40005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668041"/>
            <a:ext cx="2536775" cy="240759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2033" y="2668041"/>
            <a:ext cx="2536775" cy="240759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3042" y="2668041"/>
            <a:ext cx="2536775" cy="240759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4050" y="2668041"/>
            <a:ext cx="2536775" cy="2407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The Basic 4-Step Git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2025" y="3857550"/>
            <a:ext cx="1026795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150" y="3458616"/>
            <a:ext cx="216355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Initialize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839616"/>
            <a:ext cx="2060525" cy="997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Start tracking a folder using git init or copy an existing project with git clone.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0158" y="3458616"/>
            <a:ext cx="216355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0158" y="3839616"/>
            <a:ext cx="2060525" cy="9903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Select altered files to prepare for a snapshot using git add file.txt or git add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1167" y="3458616"/>
            <a:ext cx="216355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1167" y="3839616"/>
            <a:ext cx="2060525" cy="997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Save staged snapshot with a descriptive note: git commit -m "Add homepage banner"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2175" y="3458616"/>
            <a:ext cx="216355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2175" y="3839616"/>
            <a:ext cx="2060525" cy="738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Upload your local commits to a remote cloud host using git push origin main.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86123"/>
            <a:ext cx="11029950" cy="3380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Essential Git Commands Cheat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0550" y="2095648"/>
            <a:ext cx="11010900" cy="3361878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2095648"/>
          <a:ext cx="11010899" cy="3361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1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Action /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Example Usage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init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Initializes a new Git repository in current folder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init my-app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Checks the state of working dir and staging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add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Adds changed files to the staging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add index.html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commit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Records staged snapshot permanently in history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commit -m "Fix navbar link"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313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Displays commit history timeline with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log --oneline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2624286"/>
            <a:ext cx="17720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62646" y="2624286"/>
            <a:ext cx="52772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9942" y="2624286"/>
            <a:ext cx="3961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189982"/>
            <a:ext cx="17720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62646" y="3189982"/>
            <a:ext cx="52772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9942" y="3189982"/>
            <a:ext cx="396150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3755677"/>
            <a:ext cx="17720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62646" y="3755677"/>
            <a:ext cx="52772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9942" y="3755677"/>
            <a:ext cx="396150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321373"/>
            <a:ext cx="17720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62646" y="4321373"/>
            <a:ext cx="52772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9942" y="4321373"/>
            <a:ext cx="396150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4887069"/>
            <a:ext cx="17720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62646" y="4887069"/>
            <a:ext cx="527729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9942" y="4887069"/>
            <a:ext cx="396150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81100"/>
            <a:ext cx="537210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686050"/>
            <a:ext cx="537210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181100"/>
            <a:ext cx="5372100" cy="541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Git vs. GitHub: What's the Difference?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1419225"/>
            <a:ext cx="5140642" cy="266700"/>
          </a:xfrm>
          <a:prstGeom prst="rect">
            <a:avLst/>
          </a:prstGeom>
          <a:noFill/>
        </p:spPr>
        <p:txBody>
          <a:bodyPr wrap="square" lIns="23395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6B6D4"/>
                </a:solidFill>
                <a:latin typeface="Plus Jakarta Sans SemiBold"/>
              </a:rPr>
              <a:t>Git (The Engine)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80022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 local command-line tool running on your computer that tracks file changes and maintains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24175"/>
            <a:ext cx="5140642" cy="266700"/>
          </a:xfrm>
          <a:prstGeom prst="rect">
            <a:avLst/>
          </a:prstGeom>
          <a:noFill/>
        </p:spPr>
        <p:txBody>
          <a:bodyPr wrap="square" lIns="262532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lus Jakarta Sans SemiBold"/>
              </a:rPr>
              <a:t>GitHub (The Cloud Hub)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30517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 web service that hosts Git repositories in the cloud for remote backup and team collaboration.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90625"/>
            <a:ext cx="5353050" cy="5391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457325"/>
            <a:ext cx="233957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962275"/>
            <a:ext cx="262532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Branching: Parallel Universes for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925" y="2847082"/>
            <a:ext cx="106870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Main Branch (Production):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Holds the stable, working version of your code that users actually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11872"/>
            <a:ext cx="106870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Feature Branches: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Create isolated copies (e.g., git checkout -b dark-mode) to test ideas safely without breaking main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76662"/>
            <a:ext cx="106870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Merging: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Combine tested branch features back into main effortlessly using git merge feature-name.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241452"/>
            <a:ext cx="106870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Conflict Resolution: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Git alerts you if two edits overlap, letting you review and choose the right code.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80419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345209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10000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7479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44216"/>
            <a:ext cx="5372100" cy="24647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44216"/>
            <a:ext cx="5372100" cy="24647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418409"/>
            <a:ext cx="478155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4147988"/>
            <a:ext cx="478155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Class Assessment: Test Your 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300" y="2839491"/>
            <a:ext cx="502062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Question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20491"/>
            <a:ext cx="47815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Plus Jakarta Sans SemiBold"/>
              </a:rPr>
              <a:t>Which command prepares your modified files for a commit?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78572"/>
            <a:ext cx="4781550" cy="6969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A) git commit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B) git add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C) 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839491"/>
            <a:ext cx="502062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220491"/>
            <a:ext cx="47815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Plus Jakarta Sans SemiBold"/>
              </a:rPr>
              <a:t>Are Git and GitHub the exact same thing?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578572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A) Yes, they are identical.</a:t>
            </a:r>
            <a:r>
              <a:t>
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B) No, Git is local software and GitHub is a web host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638</Words>
  <Application>Microsoft Macintosh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Maureen Anyanwu</cp:lastModifiedBy>
  <cp:revision>4</cp:revision>
  <dcterms:created xsi:type="dcterms:W3CDTF">2013-01-27T09:14:16Z</dcterms:created>
  <dcterms:modified xsi:type="dcterms:W3CDTF">2026-09-06T20:27:25Z</dcterms:modified>
  <cp:category/>
</cp:coreProperties>
</file>